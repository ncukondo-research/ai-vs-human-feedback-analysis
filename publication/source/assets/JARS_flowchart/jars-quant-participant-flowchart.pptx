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058400" cy="7772400"/>
  <p:notesSz cx="7772400" cy="1005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20240" y="274320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920240" y="274320"/>
            <a:ext cx="3108960" cy="4572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Assessed for eligibility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 = 164 logs from 47 students)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943600" y="18288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0" y="182880"/>
            <a:ext cx="3200400" cy="64008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Excluded (total n = 3) because
</a:t>
            </a:r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not meet inclusion criteria (n = 3)
</a:t>
            </a:r>
            <a:pPr algn="l" indent="0" marL="0">
              <a:buNone/>
            </a:pPr>
            <a:r>
              <a:rPr lang="en-US" sz="8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entered contact messages to students instead of feedback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0" y="502920"/>
            <a:ext cx="9144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474720" y="731520"/>
            <a:ext cx="0" cy="36576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377440" y="109728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F4C2C2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10972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1389888"/>
            <a:ext cx="0" cy="16459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920240" y="155448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Eligible logs (n = 161)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74720" y="1920240"/>
            <a:ext cx="0" cy="13716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377440" y="205740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F4C2C2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77440" y="205740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Generation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0" y="2350008"/>
            <a:ext cx="0" cy="10972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20240" y="2459736"/>
            <a:ext cx="31089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20240" y="2459736"/>
            <a:ext cx="0" cy="14630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029200" y="2459736"/>
            <a:ext cx="0" cy="14630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31520" y="260604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2606040"/>
            <a:ext cx="2377440" cy="73152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Feedback
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 = 161)
</a:t>
            </a:r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Collected during clerkship as routine practice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840480" y="260604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0" y="2606040"/>
            <a:ext cx="2377440" cy="73152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Feedback
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 = 161)
</a:t>
            </a:r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 (gpt-4o-2024-05-13)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0" y="27432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Within-subjects design:</a:t>
            </a:r>
            <a:endParaRPr lang="en-US" sz="800" dirty="0"/>
          </a:p>
          <a:p>
            <a:pPr algn="l"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log receives both</a:t>
            </a:r>
            <a:endParaRPr lang="en-US" sz="800" dirty="0"/>
          </a:p>
          <a:p>
            <a:pPr algn="l"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types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920240" y="3337560"/>
            <a:ext cx="0" cy="10972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0" y="3337560"/>
            <a:ext cx="0" cy="10972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20240" y="3447288"/>
            <a:ext cx="31089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0" y="3447288"/>
            <a:ext cx="0" cy="21031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920240" y="36576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20240" y="3657600"/>
            <a:ext cx="3108960" cy="36576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Paired datasets assembled (n = 161)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74720" y="4023360"/>
            <a:ext cx="0" cy="18288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377440" y="420624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F4C2C2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77440" y="42062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474720" y="4498848"/>
            <a:ext cx="0" cy="16459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920240" y="4663440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20240" y="4663440"/>
            <a:ext cx="3108960" cy="59436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Evaluators
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faculty + 10 students
</a:t>
            </a:r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Blinded to feedback source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474720" y="5257800"/>
            <a:ext cx="0" cy="18288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2377440" y="544068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F4C2C2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77440" y="54406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474720" y="5733288"/>
            <a:ext cx="0" cy="10972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920240" y="5843016"/>
            <a:ext cx="31089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20240" y="5843016"/>
            <a:ext cx="0" cy="14630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5029200" y="5843016"/>
            <a:ext cx="0" cy="14630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731520" y="598932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5989320"/>
            <a:ext cx="2377440" cy="73152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Analysis
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161 logs
</a:t>
            </a:r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3,220 observations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840480" y="598932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40480" y="5989320"/>
            <a:ext cx="2377440" cy="73152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Qualitative Analysis
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161 logs
</a:t>
            </a:r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Thematic analysis of open-ended evaluator comments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JARS-Quant Participant Flow Diagram</dc:title>
  <dc:subject>PptxGenJS Presentation</dc:subject>
  <dc:creator>PptxGenJS</dc:creator>
  <cp:lastModifiedBy>PptxGenJS</cp:lastModifiedBy>
  <cp:revision>1</cp:revision>
  <dcterms:created xsi:type="dcterms:W3CDTF">2026-03-01T05:45:09Z</dcterms:created>
  <dcterms:modified xsi:type="dcterms:W3CDTF">2026-03-01T05:45:09Z</dcterms:modified>
</cp:coreProperties>
</file>