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20240" y="2743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20240" y="27432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 for eligibility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(n=164 logs from 47 students)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0" y="1828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182880"/>
            <a:ext cx="3200400" cy="6400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(total n=3) because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not meet inclusion criteria (n=3)
</a:t>
            </a:r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entered contact messages to students instead of feedback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0" y="50292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731520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7440" y="10972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C2C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0972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389888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20240" y="1554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logs (n=161)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77440" y="205740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C2C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0574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generation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350008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2459736"/>
            <a:ext cx="3108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2459736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2459736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" y="2606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feedback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(n=161)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during clerkship as routine practice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0" y="2606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feedback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(n=161)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(gpt-4o-2024-05-13)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Within-subjects design: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log receives both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types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920240" y="3337560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337560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3447288"/>
            <a:ext cx="3108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3447288"/>
            <a:ext cx="0" cy="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920240" y="36576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datasets assembled (n=161)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4023360"/>
            <a:ext cx="0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377440" y="42062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C2C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4206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0" y="4498848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920240" y="466344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4663440"/>
            <a:ext cx="3108960" cy="5943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Evaluators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faculty + 10 students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Blinded to feedback source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0" y="5257800"/>
            <a:ext cx="0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377440" y="54406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C2C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54406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0" y="5733288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5843016"/>
            <a:ext cx="3108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5843016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029200" y="5843016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1520" y="59893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98932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analysis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n=161 logs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3220 observations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40480" y="59893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598932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analysis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n=161 logs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Thematic analysis of open-ended evaluator comments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JARS-Quant Participant Flow Diagram</dc:title>
  <dc:subject>PptxGenJS Presentation</dc:subject>
  <dc:creator>PptxGenJS</dc:creator>
  <cp:lastModifiedBy>PptxGenJS</cp:lastModifiedBy>
  <cp:revision>1</cp:revision>
  <dcterms:created xsi:type="dcterms:W3CDTF">2026-06-03T06:18:49Z</dcterms:created>
  <dcterms:modified xsi:type="dcterms:W3CDTF">2026-06-03T06:18:49Z</dcterms:modified>
</cp:coreProperties>
</file>