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25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2736-0998-EC0D-DC54-0CBED19AC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F23EC-80CA-2C38-D702-5B7C0B8B3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70519-C356-A365-8A86-01341464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F06BD-9665-0493-118E-C67AF7F3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1257E-7395-E998-95EA-579D48B9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739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5521-F59D-9695-5E87-92D3BFD4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48074-E4E8-B362-F2E7-7A99218A6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5169A-E8AA-2BE0-728A-54454364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A2B5D-7AA1-E5E1-20F4-B1C6F9F4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699BB-87ED-E79D-CFDC-425EB49D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81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DDF1-A03B-B65A-D32A-A8018396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3C367-2CBB-2D21-F376-398031985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2D3C2-F469-7397-0BDC-295502FB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38B6E-B76B-0A8C-993F-3A873A57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8A8FE-26EB-4F1E-6A09-051BC0ED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54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C475-38AF-6B8D-0DD1-C5D456601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7FD7E-CA42-6B5C-A947-2629CA964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51F7E-E813-42A5-7E4B-AABA36457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9D9B8-7091-A0D9-BB68-79E16E47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09A23-4F8B-6EDB-05E5-ADF17831F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E8739-8EE7-E092-167B-75D4E7DC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33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BF0E-F6E8-601E-48E5-CDA30314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EDFDA-48F7-7D5D-0BA8-54CB6F5F1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64A80-F0F6-412E-10D6-28050199C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880DA-1F90-044E-AED0-C5B4A7C9E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4D405-3C59-2D02-476F-50AB91075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5DDF5-BDDD-7C84-FBC8-029E9256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303F6-E4AE-3A31-F3F3-1B2BD1B6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D09ED-C800-0B71-A9F4-045A8219D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98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BF1C-00B0-D82A-EEA9-13E3224C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69FCBA-1B0F-05CD-DB5C-845F3DE5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2EE0A-D786-21F2-84E4-53E09309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C1DD3-7174-5585-690B-E985F8FC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58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EBF352-ACC1-7A2C-18BF-BE8DF6C8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50615-A16A-0D22-7F07-5D6B2F00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DA2B-0697-E2C3-EBDB-6BF3F0EF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88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F2317-605E-C811-6D65-1A183F04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4FA69-48B6-B20D-1557-7D1A5B3B0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963A8-8D00-A789-ED48-C6E682521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23AAF-69CF-DED1-E837-A96CF75D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33933-994A-C2FF-4835-A2748063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FF306-9C21-1187-5A6B-08AB1D27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89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ED9D-E023-EC55-B9E6-FB51AEE59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88A0E-E34D-3CE9-CF42-533D1CB24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3A933-DDBF-EA00-286D-749CC79EC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54ACC-EAF4-AF7F-649E-A7688966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A6506-7006-1366-0D99-2A8002AF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CC8B8-5114-428D-9FEA-F3B4CC47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15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C393-D8D5-EFA5-F921-AE921A51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5176A-BD81-6369-6865-50D542AC8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E705D-9E14-ABCA-53B9-F54B2BEE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68638-49E2-F9E5-DA8E-E9C1D209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DC002-DB07-AAD4-2B4F-1D399C99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28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0E45D3-8091-3B22-A522-197C09C99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B288C-01A2-B8AF-06BA-BDC2F50A7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B3631-9B7B-3B96-4A0B-81DAD8A37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16B9-A19D-E224-53CD-B11DC48D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276E-59CC-2762-A283-D656D97A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09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BB7D78-1DAA-F6BC-BBFD-0DB1109BE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78E73-37A6-F9C6-7A83-90B16C6A7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C8718-E948-9BA2-9B4B-6662235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16203-5805-4EEC-B841-2D7EE4C2385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E33C1-F638-F02B-E8F0-EC2F630DA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DB6F9-BCEF-F9C7-F830-A7A238717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C5AD7-EEEB-4959-A612-F8D267BA0A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986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CFB875-1842-B327-7557-897064682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182" y="3399811"/>
            <a:ext cx="785268" cy="785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DA9C78-B454-30D8-F922-9C74493CFE55}"/>
              </a:ext>
            </a:extLst>
          </p:cNvPr>
          <p:cNvSpPr txBox="1"/>
          <p:nvPr/>
        </p:nvSpPr>
        <p:spPr>
          <a:xfrm>
            <a:off x="560618" y="2698031"/>
            <a:ext cx="17524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Medical students’ clinical </a:t>
            </a:r>
            <a:r>
              <a:rPr lang="en-US" altLang="ja-JP" sz="1100" dirty="0"/>
              <a:t>clerkship logs in electric-portfolio</a:t>
            </a:r>
            <a:endParaRPr kumimoji="1" lang="ja-JP" altLang="en-US" sz="1100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48D7A7-354E-FBD1-C63A-EC6B88E1C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6799" y="3455364"/>
            <a:ext cx="674161" cy="674161"/>
          </a:xfrm>
          <a:prstGeom prst="rect">
            <a:avLst/>
          </a:prstGeom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438A18-AFA4-E2AC-7B0B-5BCEF5F6CA46}"/>
              </a:ext>
            </a:extLst>
          </p:cNvPr>
          <p:cNvSpPr/>
          <p:nvPr/>
        </p:nvSpPr>
        <p:spPr>
          <a:xfrm rot="5400000">
            <a:off x="1311939" y="3698892"/>
            <a:ext cx="96733" cy="61947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A8EA2106-5FDE-DC57-7111-EE8089D1B9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28620" y="3926982"/>
            <a:ext cx="516194" cy="51619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22332F0-0FAB-6E2C-5734-1BD4E874E438}"/>
              </a:ext>
            </a:extLst>
          </p:cNvPr>
          <p:cNvSpPr txBox="1"/>
          <p:nvPr/>
        </p:nvSpPr>
        <p:spPr>
          <a:xfrm>
            <a:off x="3115875" y="4450625"/>
            <a:ext cx="856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Supervisor</a:t>
            </a:r>
            <a:endParaRPr kumimoji="1" lang="ja-JP" altLang="en-US" sz="11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85E0B39-86E6-7553-A707-D1EB89A64729}"/>
              </a:ext>
            </a:extLst>
          </p:cNvPr>
          <p:cNvCxnSpPr>
            <a:cxnSpLocks/>
          </p:cNvCxnSpPr>
          <p:nvPr/>
        </p:nvCxnSpPr>
        <p:spPr>
          <a:xfrm flipV="1">
            <a:off x="2488262" y="3259097"/>
            <a:ext cx="627613" cy="35054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Graphic 42">
            <a:extLst>
              <a:ext uri="{FF2B5EF4-FFF2-40B4-BE49-F238E27FC236}">
                <a16:creationId xmlns:a16="http://schemas.microsoft.com/office/drawing/2014/main" id="{7055A48F-71F9-D7C0-F4B5-B8CEF19A61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28620" y="2767521"/>
            <a:ext cx="491576" cy="49157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A4B11BD-1A18-3C3C-5872-8C51F2D199FB}"/>
              </a:ext>
            </a:extLst>
          </p:cNvPr>
          <p:cNvSpPr txBox="1"/>
          <p:nvPr/>
        </p:nvSpPr>
        <p:spPr>
          <a:xfrm>
            <a:off x="3330430" y="3263757"/>
            <a:ext cx="596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</a:t>
            </a:r>
            <a:endParaRPr kumimoji="1" lang="ja-JP" altLang="en-US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0617E8-1747-B646-3C1C-E2DA8A004748}"/>
              </a:ext>
            </a:extLst>
          </p:cNvPr>
          <p:cNvSpPr txBox="1"/>
          <p:nvPr/>
        </p:nvSpPr>
        <p:spPr>
          <a:xfrm>
            <a:off x="8249962" y="3960154"/>
            <a:ext cx="17524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Evaluated by medical students and supervisors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5DDD40-FF88-580F-3AB3-50782585119E}"/>
              </a:ext>
            </a:extLst>
          </p:cNvPr>
          <p:cNvCxnSpPr>
            <a:cxnSpLocks/>
          </p:cNvCxnSpPr>
          <p:nvPr/>
        </p:nvCxnSpPr>
        <p:spPr>
          <a:xfrm>
            <a:off x="2519382" y="3905136"/>
            <a:ext cx="596493" cy="2243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E251EFD0-821C-69F2-EB1E-5B1A705A15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70852" y="2811127"/>
            <a:ext cx="522914" cy="522914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74FB297-6322-851B-A256-1A97E4A8A82D}"/>
              </a:ext>
            </a:extLst>
          </p:cNvPr>
          <p:cNvCxnSpPr>
            <a:cxnSpLocks/>
          </p:cNvCxnSpPr>
          <p:nvPr/>
        </p:nvCxnSpPr>
        <p:spPr>
          <a:xfrm>
            <a:off x="3780361" y="3065729"/>
            <a:ext cx="63032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47855A1-8789-82C9-01EB-CE025518C967}"/>
              </a:ext>
            </a:extLst>
          </p:cNvPr>
          <p:cNvCxnSpPr>
            <a:cxnSpLocks/>
          </p:cNvCxnSpPr>
          <p:nvPr/>
        </p:nvCxnSpPr>
        <p:spPr>
          <a:xfrm>
            <a:off x="3780361" y="4230350"/>
            <a:ext cx="63032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Graphic 62">
            <a:extLst>
              <a:ext uri="{FF2B5EF4-FFF2-40B4-BE49-F238E27FC236}">
                <a16:creationId xmlns:a16="http://schemas.microsoft.com/office/drawing/2014/main" id="{CFB0BDEA-89A0-ADCE-41F6-E010B238CD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39861" y="3927711"/>
            <a:ext cx="522914" cy="52291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D4D959E-FB50-6C32-5600-D50E1B8631AE}"/>
              </a:ext>
            </a:extLst>
          </p:cNvPr>
          <p:cNvSpPr txBox="1"/>
          <p:nvPr/>
        </p:nvSpPr>
        <p:spPr>
          <a:xfrm>
            <a:off x="4396903" y="3298195"/>
            <a:ext cx="1072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 feedback</a:t>
            </a:r>
            <a:endParaRPr kumimoji="1" lang="ja-JP" altLang="en-US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91CB92-F50E-5CD7-8AA2-BEC5B092D089}"/>
              </a:ext>
            </a:extLst>
          </p:cNvPr>
          <p:cNvSpPr txBox="1"/>
          <p:nvPr/>
        </p:nvSpPr>
        <p:spPr>
          <a:xfrm>
            <a:off x="4396902" y="4447447"/>
            <a:ext cx="1072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supervisor feedback</a:t>
            </a:r>
            <a:endParaRPr kumimoji="1" lang="ja-JP" altLang="en-US" sz="1100" dirty="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8D0376C-3BD6-BE4B-011D-FAEA991009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57822" y="2965988"/>
            <a:ext cx="1431022" cy="1431022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A1700C19-73D8-136B-064B-77C3BEF158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49962" y="3298195"/>
            <a:ext cx="701057" cy="701057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E55C5E2-EC90-159C-5BA7-B02A6640367B}"/>
              </a:ext>
            </a:extLst>
          </p:cNvPr>
          <p:cNvCxnSpPr>
            <a:cxnSpLocks/>
          </p:cNvCxnSpPr>
          <p:nvPr/>
        </p:nvCxnSpPr>
        <p:spPr>
          <a:xfrm>
            <a:off x="5291778" y="3105901"/>
            <a:ext cx="566044" cy="4194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A63C034-DF3F-9C6E-95F6-5B4CF4807C4D}"/>
              </a:ext>
            </a:extLst>
          </p:cNvPr>
          <p:cNvCxnSpPr>
            <a:cxnSpLocks/>
          </p:cNvCxnSpPr>
          <p:nvPr/>
        </p:nvCxnSpPr>
        <p:spPr>
          <a:xfrm flipV="1">
            <a:off x="5259637" y="3792444"/>
            <a:ext cx="598185" cy="3926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F8B42DE-8CCD-6CD3-949E-423A4D654647}"/>
              </a:ext>
            </a:extLst>
          </p:cNvPr>
          <p:cNvSpPr txBox="1"/>
          <p:nvPr/>
        </p:nvSpPr>
        <p:spPr>
          <a:xfrm>
            <a:off x="5950401" y="4129525"/>
            <a:ext cx="1072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Tabulate and shuffle</a:t>
            </a:r>
            <a:endParaRPr kumimoji="1" lang="ja-JP" altLang="en-US" sz="1100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74DABD5-7426-C321-4F6E-A9A438B10824}"/>
              </a:ext>
            </a:extLst>
          </p:cNvPr>
          <p:cNvCxnSpPr>
            <a:cxnSpLocks/>
          </p:cNvCxnSpPr>
          <p:nvPr/>
        </p:nvCxnSpPr>
        <p:spPr>
          <a:xfrm>
            <a:off x="7256703" y="3683340"/>
            <a:ext cx="8961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Graphic 77">
            <a:extLst>
              <a:ext uri="{FF2B5EF4-FFF2-40B4-BE49-F238E27FC236}">
                <a16:creationId xmlns:a16="http://schemas.microsoft.com/office/drawing/2014/main" id="{CB799AC1-7CE8-7241-1A3F-CABAC9E431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06484" y="3315761"/>
            <a:ext cx="644393" cy="6443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D5364A-B4AB-7101-EDC8-EF3FDB2FDF14}"/>
              </a:ext>
            </a:extLst>
          </p:cNvPr>
          <p:cNvSpPr txBox="1"/>
          <p:nvPr/>
        </p:nvSpPr>
        <p:spPr>
          <a:xfrm>
            <a:off x="882269" y="1766948"/>
            <a:ext cx="4467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Preparation of Feedback for Evaluation</a:t>
            </a:r>
            <a:endParaRPr kumimoji="1" lang="ja-JP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C642F-7124-E1CB-731E-DC36310335D9}"/>
              </a:ext>
            </a:extLst>
          </p:cNvPr>
          <p:cNvSpPr txBox="1"/>
          <p:nvPr/>
        </p:nvSpPr>
        <p:spPr>
          <a:xfrm>
            <a:off x="6486760" y="1738532"/>
            <a:ext cx="2802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Evaluation of feedback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23906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Yu-Aptos">
      <a:majorFont>
        <a:latin typeface="Aptos Light"/>
        <a:ea typeface="游ゴシック Light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Takeshi Kondo</dc:creator>
  <cp:lastModifiedBy>KONDO Takeshi</cp:lastModifiedBy>
  <cp:revision>10</cp:revision>
  <dcterms:created xsi:type="dcterms:W3CDTF">2024-05-01T23:03:18Z</dcterms:created>
  <dcterms:modified xsi:type="dcterms:W3CDTF">2025-11-24T23:12:59Z</dcterms:modified>
</cp:coreProperties>
</file>